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ここで事例を 1 つ話す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はじめに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背景</a:t>
            </a:r>
          </a:p>
          <a:p>
            <a:pPr lvl="1"/>
            <a:r>
              <a:t>資料が探せない</a:t>
            </a:r>
          </a:p>
          <a:p>
            <a:pPr/>
            <a:r>
              <a:t>目的</a:t>
            </a:r>
          </a:p>
          <a:p>
            <a:pPr lvl="1"/>
            <a:r>
              <a:t>Markdown 化する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対応状況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形式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状態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済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一部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